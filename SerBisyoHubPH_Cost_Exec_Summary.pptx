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0B23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Standard MVP</c:v>
                  </c:pt>
                  <c:pt idx="1">
                    <c:v>Lean MVP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FA1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Standard MVP</c:v>
                  </c:pt>
                  <c:pt idx="1">
                    <c:v>Lean MVP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306</c:v>
                </c:pt>
                <c:pt idx="1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754880"/>
            <a:ext cx="5029200" cy="5029200"/>
          </a:xfrm>
          <a:prstGeom prst="ellipse">
            <a:avLst/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SERBISYOHUBPH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Cost Overview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 MVP Infrastructure Budget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1280160" cy="0"/>
          </a:xfrm>
          <a:prstGeom prst="line">
            <a:avLst/>
          </a:prstGeom>
          <a:noFill/>
          <a:ln w="38100">
            <a:solidFill>
              <a:srgbClr val="1FA1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 |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to run SerBisyoHubPH's infrastructure before launch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MVP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end)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828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MVP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end)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828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MVP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(Deferred extras)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3774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usage-based items (Firebase, PayMongo fees, Gemini AI, SNS) — these scale with real traffic and can't be sized without volume projections.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vs. Lean Monthly Cost ($)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5074920"/>
          <a:ext cx="54864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355080" y="47548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0B2340"/>
          </a:solidFill>
          <a:ln/>
        </p:spPr>
      </p:sp>
      <p:sp>
        <p:nvSpPr>
          <p:cNvPr id="20" name="Text 17"/>
          <p:cNvSpPr/>
          <p:nvPr/>
        </p:nvSpPr>
        <p:spPr>
          <a:xfrm>
            <a:off x="662940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29400" y="52578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on the Lean path (~$45/mo). Reintroduce Vault, CDN, ALB, and CloudWatch alarms once real users and traffic justify the spend.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MVP Cost by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estimate, self-hosted VPS for the data layer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863840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914400"/>
                <a:gridCol w="914400"/>
              </a:tblGrid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components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3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34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/ Backend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Fargate, ALB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 &amp; Security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Vault, KMS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/ Media Delivery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S3, CloudFront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&amp; Media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VPS (Mediasoup, Coturn, OSRM, DB)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/ Messaging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/ Email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 / Observability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CloudWatch, CI/CD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5448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F4F6F7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SWING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1540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Backend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15400" y="25146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(Fargate/EKS) and load balancing drive ~55% of the cost range. Right-sizing containers or delaying orchestration has the largest single impact.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915400" y="4160520"/>
            <a:ext cx="2468880" cy="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STABLE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15400" y="4617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&amp; Media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(fixed at $13.44 on the VPS)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usage-based items priced per transaction/call (Firebase, PayMongo, Gemini, SNS, reCAPTCHA).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Cut for Launch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Deferrable items and what they save per month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566928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160020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.env + IAM roles, or AWS Secrets Manager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16002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 – $50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7863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671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Fargate/EKS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16712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API on the existing VPS; skip orchestration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0" y="21671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 – $150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7863840" cy="566928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340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ALB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273405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directly to a single instance pre-launch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73405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7863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009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CloudFront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30098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media directly from S3 until traffic grows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300984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 – $20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7912"/>
            <a:ext cx="7863840" cy="566928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679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CloudWatch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86791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basic metrics only, skip paid alarms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86791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 – $20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7863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348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SQS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44348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Celery + the Redis already on the VPS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44348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– $10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0" y="1600200"/>
            <a:ext cx="2926080" cy="3401568"/>
          </a:xfrm>
          <a:prstGeom prst="roundRect">
            <a:avLst>
              <a:gd name="adj" fmla="val 2500"/>
            </a:avLst>
          </a:prstGeom>
          <a:solidFill>
            <a:srgbClr val="0B2340"/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1828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15400" y="2194560"/>
            <a:ext cx="2468880" cy="2624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Deferring these delays secrets rotation, autoscaling, CDN performance, and observability. Fine pre-launch; reintroduce in roughly this order once you have paying users.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Lean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Vault, CDN, ALB, orchestration, and paid CloudWatch. Target ~$45/month.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691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demand and usage patterns before adding managed-service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1691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A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12480" y="2514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Deliberately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301752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2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Reintroduce cut items as traffic, compliance, or reliability needs demand — budget up to ~$300–500/month at that stage.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directional estimates from the tech stack sheet, not vendor quotes — validate against actual usage before committing budget.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2026-08-03T14:32:35Z</dcterms:created>
  <dcterms:modified xsi:type="dcterms:W3CDTF">2026-08-03T14:32:35Z</dcterms:modified>
</cp:coreProperties>
</file>